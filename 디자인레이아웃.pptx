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8AE2E-5277-4EB5-8085-123601D78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41585D-CA3A-4CB5-A10E-E5B4CFDB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54A89-DA2E-42B0-A4F5-F6F30336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96B40-1756-49A8-BAD7-7481E73D9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D1F198-D0B6-4C45-980D-76A0798E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271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A5FBB-C321-43F7-B521-F0562F26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F323A5-4B20-427C-975F-726852980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A94B8-E1FA-479A-A481-39C869C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D9DE34-14BC-46FC-94AB-BB399924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4FF1F6-19E1-46B7-A239-DD85CA4C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952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C0E90-831C-4836-9E1A-0E61D0B8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728DA7-DCBD-4661-BC2E-0B37B79AC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6F9EA2-98EE-4B48-81B4-D566E337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8D4DB4-B7AE-4182-A143-BF8CD6D5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F477E1-93CC-44FE-8C5A-2BA10864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88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41D92-F7A7-44DD-8053-4DCAF761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BEB41E-E7A9-4DF2-9A37-54AC602DB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0805CE-5FBE-464D-B145-12A35D937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DFE642-1EC3-4ACB-AC89-65BBD567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C3232E-4ED1-4023-9367-2439DB32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9E5424-94E0-43EC-AB6A-CA0D38D1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45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8F298-87FB-4B73-8C08-6E10DDFA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7AE99E-49CF-49CE-A96E-28941CDFD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403113-C4F5-4550-B53F-9850EDC7F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5EAA7-EE66-45D7-9694-BE9DE36FA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B8E0AA-89BD-4526-A5A3-8D26D5EE3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AB82EF-5FAB-45E6-8E09-F455AAB4E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69128F-6EAD-4DA1-B2B1-E9BE2C3E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C66C11-B2CE-4214-9449-FC4B61AD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9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9BC05-CBB1-4AAD-B79C-D6612393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1F11B8-FA24-4D95-A560-8A8470E9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A53245-FD0F-497A-B344-7DE855668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3E0CC3-2AC6-4EAC-BEE2-74CAC0FF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65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B20C73-33A0-455F-B76A-C516BCA1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6BD8A1-EA73-4CAB-891D-C12108E3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8C5A6D-5637-4FC3-81FA-505CEA34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84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0B6F1-748E-4E7E-885E-075810D6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79FDA5-803D-40BE-9839-FBF95018A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42D622-C247-4635-9E5F-32237806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B612B0-AD6A-4164-BCA1-07F2A6D4F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FECB1-9B08-4DEA-BA10-2D059508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5C1790-6EA7-4A55-B161-4AC17BBA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340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345FE-693F-4D6F-BEEE-5CF84FE4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1C9F36-EC8F-48B3-8F08-4DCA4184A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622722-9A29-4B2A-8469-F909E1FA5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416122-4C43-421F-A0E0-AF1848F8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C4377-9E1A-4787-A498-6C2D69C3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D99213-560D-4D2F-B846-311DC73D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66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4378C-008C-41AC-8D46-C3068EF0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C63832-85F8-4FD6-80BF-492A0060F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65E12-8DF1-4589-940D-DD365E03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8750E1-3DB0-4ACE-B660-2687154B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5552D-1F4C-4C1B-B76E-6BDD4FD3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78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535F5F-F054-40AD-BA3F-D21667592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FD81F0-8C24-4BF8-9062-6DADB95C3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F1963-6ED3-4814-BEBC-D3A03DAA3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193DBF-188A-41F3-8401-94B65644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32C09A-95E5-450E-A30B-20FBE4FA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18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52814D-3CBF-4069-B5B4-6041196A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D4956-272A-4FAC-B7F7-0B633D690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868EE2-4F76-4ED0-A97B-BEE56D6CE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3DF2A-E0B2-44A8-AF53-D3142990F69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CD9919-7788-473E-8C2B-ED60A3F37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5A2B0-B482-4049-848A-42F0A1F4D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77EA0-2F26-4186-95B1-77EEA4F0C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99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702716-B7F6-4FAA-9605-EE93F0041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391709"/>
            <a:ext cx="701040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5B5A5E9-48A2-4466-B454-687ACB9D91BF}"/>
              </a:ext>
            </a:extLst>
          </p:cNvPr>
          <p:cNvSpPr/>
          <p:nvPr/>
        </p:nvSpPr>
        <p:spPr>
          <a:xfrm>
            <a:off x="-1" y="0"/>
            <a:ext cx="1718733" cy="914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대시보드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A72F38-D977-4F2A-9154-35AAB00A5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99" y="2224937"/>
            <a:ext cx="4896533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1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A99193E-FB64-4F5D-9CCB-7F0B0B94D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59" y="1292754"/>
            <a:ext cx="6991350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20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A727477-F9E7-422C-A953-04E0DA8C4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766763"/>
            <a:ext cx="7010400" cy="532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58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E714661-C332-4F3C-8C8F-03D805D38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67" y="98425"/>
            <a:ext cx="8881533" cy="666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02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EC4E550-ED6E-4BFE-9965-1462B894C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224" y="4229274"/>
            <a:ext cx="4418541" cy="249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17E8D8F-B67A-4A3D-8D86-7290810D6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0" y="196512"/>
            <a:ext cx="5769727" cy="393425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9891361-B403-432E-9AA6-A4BFE7535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135599" cy="393425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FFB8332-8BF9-4944-AFA8-69B6F544DB4F}"/>
              </a:ext>
            </a:extLst>
          </p:cNvPr>
          <p:cNvSpPr/>
          <p:nvPr/>
        </p:nvSpPr>
        <p:spPr>
          <a:xfrm>
            <a:off x="1481667" y="1109133"/>
            <a:ext cx="4064000" cy="9313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926110-DC82-4EC5-8C45-03E3CD05F069}"/>
              </a:ext>
            </a:extLst>
          </p:cNvPr>
          <p:cNvSpPr/>
          <p:nvPr/>
        </p:nvSpPr>
        <p:spPr>
          <a:xfrm>
            <a:off x="7139484" y="355599"/>
            <a:ext cx="4064000" cy="9313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49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</Words>
  <Application>Microsoft Office PowerPoint</Application>
  <PresentationFormat>와이드스크린</PresentationFormat>
  <Paragraphs>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2026-01-19T08:39:50Z</dcterms:created>
  <dcterms:modified xsi:type="dcterms:W3CDTF">2026-01-26T08:34:24Z</dcterms:modified>
</cp:coreProperties>
</file>